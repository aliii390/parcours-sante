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présenter, annoncer le projet Parcours Santé et le plan de la présentation.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Raconter brièvement l’origine personnelle du projet — c’est la force du dossier. Insister sur la charge mentale du patient.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Assumer le choix web : simplicité, contraintes de santé, socle réutilisable pour le mobile via une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choix Kanban : souplesse face à la fatigue. Le Gantt montre les grandes phases de février à août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Insérer ici les captures de tes vrais écrans ou maquettes Figma.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Être honnête : pas encore de tests écrits. Présenter une démarche crédible plutôt que de prétendre le contraire.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Enchaîner sur la démonstration live de l’application.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SANTÉ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383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de suivi du parcours de soin en oncologie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937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— Concepteur Développeur d’Applications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professionnel RNCP niveau 6 (RNCP37873)  ·  2025–2026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66928" cy="56692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40817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problématique, objectifs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566928" cy="56692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3113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besoin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Benchmark, personas, user stories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108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05409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agile, planning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22960" y="3931920"/>
            <a:ext cx="566928" cy="56692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87705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UX/UI, données (Merise), UML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22960" y="4754880"/>
            <a:ext cx="566928" cy="56692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70001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fonctionnalités, sécurité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22960" y="5577840"/>
            <a:ext cx="566928" cy="566928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577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52297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Difficultés, apports, suites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3017520" y="27432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problématique et objectifs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besoin né d’une expérience vécue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Santé est né de mon propre parcours de soin : pendant un traitement, le quotidien devient une charge d’organisation permanente.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566160" cy="2926080"/>
          </a:xfrm>
          <a:prstGeom prst="roundRect">
            <a:avLst>
              <a:gd name="adj" fmla="val 1875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souvenir de ses médicaments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prises à heures précises, faciles à oublier avec la fatigue.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2468880"/>
            <a:ext cx="3566160" cy="2926080"/>
          </a:xfrm>
          <a:prstGeom prst="roundRect">
            <a:avLst>
              <a:gd name="adj" fmla="val 1875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manquer un rendez-vous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6118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Oncologue, examens, analyses… un agenda dense et éclaté.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21040" y="2468880"/>
            <a:ext cx="3566160" cy="2926080"/>
          </a:xfrm>
          <a:prstGeom prst="roundRect">
            <a:avLst>
              <a:gd name="adj" fmla="val 1875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4964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ses symptômes dans le temps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36118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effets secondaires qui évoluent, difficiles à restituer au médecin.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outil simple, gratuit et en français ne réunissait ces trois besoins en un seul endroit.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: centraliser le parcours de soin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tous ses RDV médicaux (date, lieu, médecin, notes).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783080"/>
            <a:ext cx="502920" cy="50292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Médicaments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9718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son traitement et recevoir des rappels de prise.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21040" y="155448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1783080"/>
            <a:ext cx="502920" cy="50292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des symptômes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29718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Noter l’intensité (1–10) et visualiser l’évolution sur 30 jours.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10881360" cy="1554480"/>
          </a:xfrm>
          <a:prstGeom prst="roundRect">
            <a:avLst>
              <a:gd name="adj" fmla="val 3529"/>
            </a:avLst>
          </a:prstGeom>
          <a:solidFill>
            <a:srgbClr val="11111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43484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Un tableau de bord synthétique à la connexion, et un graphique d’évolution des symptômes.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: le web d’abord, le mobile ensuite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49240" cy="4297680"/>
          </a:xfrm>
          <a:prstGeom prst="roundRect">
            <a:avLst>
              <a:gd name="adj" fmla="val 1277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présentée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responsive (Symfony)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produit complet et cohérent de bout en bout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depuis n’importe quel navigateur, sans installation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choix assumé : priorité au fonctionnel, dans un contexte de santé exigeant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49240" cy="4297680"/>
          </a:xfrm>
          <a:prstGeom prst="roundRect">
            <a:avLst>
              <a:gd name="adj" fmla="val 1277"/>
            </a:avLst>
          </a:prstGeom>
          <a:solidFill>
            <a:srgbClr val="11111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prévue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402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native (iOS / Android)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push pour les rappels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hors ligne aux données de santé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Réutilisation de la même base et de la même logique via une API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82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55448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rendez-vous médicaux (CRUD complet)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554480"/>
            <a:ext cx="82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55448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médicaments avec rappels de prise par email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017520"/>
            <a:ext cx="82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01752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Tenir un journal des symptômes coté de 1 à 10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63640" y="301752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3017520"/>
            <a:ext cx="82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301752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l’évolution des symptômes sur 30 jours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480560"/>
            <a:ext cx="82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48056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Offrir un tableau de bord synthétique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63640" y="448056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480560"/>
            <a:ext cx="82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448056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des données de santé (RGPD)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3017520" y="27432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besoin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Benchmark, personas, priorisation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BESOIN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manque clair sur le marché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Calmedica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</a:t>
            </a:r>
            <a:endParaRPr lang="en-US" sz="110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Télésuivi validé cliniquement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37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10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 aux professionnels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46304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Suivi Psy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240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</a:t>
            </a:r>
            <a:endParaRPr lang="en-US" sz="110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+ graphiques d’humeur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337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10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mentale uniquement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146304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4964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Doctolib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2240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</a:t>
            </a:r>
            <a:endParaRPr lang="en-US" sz="110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de RDV, rappels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3337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10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journal ni traitement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10881360" cy="1280160"/>
          </a:xfrm>
          <a:prstGeom prst="roundRect">
            <a:avLst>
              <a:gd name="adj" fmla="val 4286"/>
            </a:avLst>
          </a:prstGeom>
          <a:solidFill>
            <a:srgbClr val="11111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7091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solution ne combine, en français et pour le patient, RDV + médicaments + journal dans une seule interface rassurante.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BESOIN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personas issus d’entretiens réels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1737360"/>
            <a:ext cx="822960" cy="8229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1168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Marie, 47 ans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RH · chimiothérapie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49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RDV et médicaments ; interface rassurante.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80560" y="146304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1737360"/>
            <a:ext cx="822960" cy="8229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5216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Robert, 68 ans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Retraité · radiothérapie · vit seul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749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automatiques ; gros textes, boutons clairs.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321040" y="146304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1737360"/>
            <a:ext cx="822960" cy="8229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9264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Sarah, 32 ans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Développeuse · très organisée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3749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Graphiques, tableau de bord, interface soignée.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pour ces trois profils à la fois : simple pour les moins à l’aise, complet pour les plus exigeants.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BESOIN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besoins aux priorités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108960" cy="4297680"/>
          </a:xfrm>
          <a:prstGeom prst="roundRect">
            <a:avLst>
              <a:gd name="adj" fmla="val 1765"/>
            </a:avLst>
          </a:prstGeom>
          <a:solidFill>
            <a:srgbClr val="11111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identifiées, réparties en 5 domaines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023360" y="1463040"/>
            <a:ext cx="7498080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06240" y="146304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46304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Inscription, RDV, médicaments, prises, rappels email, journal, graphique, tableau de bord, sécurité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23360" y="2542032"/>
            <a:ext cx="7498080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0" y="2542032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2542032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mot de passe, prises effectuées, catégories, profil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23360" y="3621024"/>
            <a:ext cx="7498080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06240" y="3621024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3621024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automatisés, notifications RDV, export, statistiques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023360" y="4700016"/>
            <a:ext cx="7498080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0" y="4700016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Won’t (MVP)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4700016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mobile, notifications push, API publique, hors ligne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3017520" y="27432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méthode adaptée à mes contraintes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agile Kanban (Trello)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flux continu « À faire → En cours → Terminé », idéal pour reprendre le travail après une interruption liée aux soins.</a:t>
            </a:r>
            <a:endParaRPr lang="en-US" sz="1500" dirty="0"/>
          </a:p>
        </p:txBody>
      </p:sp>
      <p:pic>
        <p:nvPicPr>
          <p:cNvPr id="5" name="Image 0" descr="/home/claude/parcours-sante-livrables/gantt-parcours-sa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444" y="1828800"/>
            <a:ext cx="977663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3017520" y="27432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Interface, données et modélisation UML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: sobriété et accessibilité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49240" cy="4297680"/>
          </a:xfrm>
          <a:prstGeom prst="roundRect">
            <a:avLst>
              <a:gd name="adj" fmla="val 1277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Sobriété et clarté : rien de superflu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: contraste élevé, boutons clairs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Réassurance : ton calme, vocabulaire non clinique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et responsive (Tailwind CSS)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49240" cy="4297680"/>
          </a:xfrm>
          <a:prstGeom prst="roundRect">
            <a:avLst>
              <a:gd name="adj" fmla="val 1277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graphique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402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noir &amp; blanc, minimaliste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maximal = meilleure lisibilité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Typographies : Manrope (titres) + Inter (texte)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Maquettage sur Figma avant développement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Maquettes &amp; interfaces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AFAFA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" y="320040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Espace pour votre capture d’écran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maquette / écran du tableau de bord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AFAFA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217920" y="320040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Espace pour votre capture d’écran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écran rendez-vous ou médicaments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 — MCD (Merise)</a:t>
            </a:r>
            <a:endParaRPr lang="en-US" sz="3000" dirty="0"/>
          </a:p>
        </p:txBody>
      </p:sp>
      <p:pic>
        <p:nvPicPr>
          <p:cNvPr id="4" name="Image 0" descr="/home/claude/parcours-sante-livrables/mcd-parcours-sa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7751" y="1325880"/>
            <a:ext cx="6926018" cy="4480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entités et leurs associations, indépendamment de la technique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 — MPD (MySQL)</a:t>
            </a:r>
            <a:endParaRPr lang="en-US" sz="3000" dirty="0"/>
          </a:p>
        </p:txBody>
      </p:sp>
      <p:pic>
        <p:nvPicPr>
          <p:cNvPr id="4" name="Image 0" descr="/home/claude/parcours-sante-livrables/mpd-parcours-sa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2832" y="1325880"/>
            <a:ext cx="6695855" cy="4480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tables réelles, avec types et clés étrangères, générées par Doctrine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— Cas d’utilisation</a:t>
            </a:r>
            <a:endParaRPr lang="en-US" sz="3000" dirty="0"/>
          </a:p>
        </p:txBody>
      </p:sp>
      <p:pic>
        <p:nvPicPr>
          <p:cNvPr id="4" name="Image 0" descr="/home/claude/parcours-sante-livrables/uc-parcours-sa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7942" y="1325880"/>
            <a:ext cx="6485636" cy="4480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patient peut faire dans l’application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— Diagramme de classes</a:t>
            </a:r>
            <a:endParaRPr lang="en-US" sz="3000" dirty="0"/>
          </a:p>
        </p:txBody>
      </p:sp>
      <p:pic>
        <p:nvPicPr>
          <p:cNvPr id="4" name="Image 0" descr="/home/claude/parcours-sante-livrables/classes-parcours-sa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9964" y="1325880"/>
            <a:ext cx="6601592" cy="4480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structure objet : attributs ET méthodes (ex. isActif())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— Séquence « Ajouter un médicament »</a:t>
            </a:r>
            <a:endParaRPr lang="en-US" sz="3000" dirty="0"/>
          </a:p>
        </p:txBody>
      </p:sp>
      <p:pic>
        <p:nvPicPr>
          <p:cNvPr id="4" name="Image 0" descr="/home/claude/parcours-sante-livrables/seq-ajout-medica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7655" y="1325880"/>
            <a:ext cx="7146210" cy="4480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séparation des responsabilités entre les couches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3017520" y="27432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fonctionnalités et sécurité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 en couches</a:t>
            </a:r>
            <a:endParaRPr lang="en-US" sz="3000" dirty="0"/>
          </a:p>
        </p:txBody>
      </p:sp>
      <p:pic>
        <p:nvPicPr>
          <p:cNvPr id="4" name="Image 0" descr="/home/claude/parcours-sante-livrables/archi-parcours-sa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0280" y="1325880"/>
            <a:ext cx="6380961" cy="4480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Symfony : vue, contrôleur, service, repository, ORM, base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65176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Symfony 7.4 · PHP 8.2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02152" y="1554480"/>
            <a:ext cx="265176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85032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685032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64224" y="1554480"/>
            <a:ext cx="265176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47104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547104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· Chart.js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26296" y="1554480"/>
            <a:ext cx="265176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09176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409176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Doctrine ORM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063240"/>
            <a:ext cx="265176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Symfony Mailer · Mailtrap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02152" y="3063240"/>
            <a:ext cx="265176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85032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 local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3685032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WAMP · phpMyAdmin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64224" y="3063240"/>
            <a:ext cx="265176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47104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Versionnement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547104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226296" y="3063240"/>
            <a:ext cx="265176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09176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9409176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Symfony Security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et Redis avaient été envisagés puis écartés — un choix assumé, expliqué au jury, envisagé pour la suite mobile.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 phare : les rappels de médicament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19072"/>
            <a:ext cx="548640" cy="54864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46304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patient saisit ses médicaments et leurs prises (heure, comprimés).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548640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953512"/>
            <a:ext cx="548640" cy="54864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69748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commande console lit les prises non effectuées.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48640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187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93192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email de rappel est envoyé via Symfony Mailer (Mailtrap).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03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Aujourd’hui lancés manuellement pour démontrer le mécanisme ; automatisation (notifications) prévue pour la version mobile.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1463040"/>
            <a:ext cx="5120640" cy="4754880"/>
          </a:xfrm>
          <a:prstGeom prst="roundRect">
            <a:avLst>
              <a:gd name="adj" fmla="val 1538"/>
            </a:avLst>
          </a:prstGeom>
          <a:solidFill>
            <a:srgbClr val="FAFAFA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400800" y="33375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Espace pour votre capture d’écran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capture de l’email de rappel reçu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des symptômes &amp; graphique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patient note chaque symptôme, son intensité (1 à 10) et une remarque.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graphique (Chart.js) affiche l’évolution sur les 30 derniers jours.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aider le dialogue avec l’équipe soignante.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035040" y="146304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AFAFA"/>
          </a:solidFill>
          <a:ln w="15875">
            <a:solidFill>
              <a:srgbClr val="BBBBBB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035040" y="33375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Espace pour votre capture d’écran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capture du journal + graphique 30 jours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données de santé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6420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par formulaire, sessions Symfony Security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66420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0312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Hachés côté serveur, jamais stockés en clair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0815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d’accès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52044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patient n’accède qu’à ses propres données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297180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30815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des formulaires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52044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Jetons CSRF intégrés par Symfony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4988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/ minimisation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3776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Seules les données utiles sont conservées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38912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4988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93776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suppression de compte et effacement des données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qualité : une démarche à mettre en 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8288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actuel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développement a privilégié le fonctionnel. Les tests automatisés ne sont pas encore écrits — un point identifié et assumé.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prévue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148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(PHPUnit) sur la logique métier — ex. isActif(), sélection des prises à rappeler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fonctionnels sur les parcours clés : inscription, ajout d’un RDV, d’un médicament, d’une entrée de journal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d’accès : vérifier qu’un patient n’accède pas aux données d’un autre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4206240"/>
          </a:xfrm>
          <a:prstGeom prst="roundRect">
            <a:avLst>
              <a:gd name="adj" fmla="val 130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Aujourd’hui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local WAMP (Apache + MySQL)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la base via phpMyAdmin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versionné avec Git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Doctrine pour faire évoluer la base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49240" cy="4206240"/>
          </a:xfrm>
          <a:prstGeom prst="roundRect">
            <a:avLst>
              <a:gd name="adj" fmla="val 1304"/>
            </a:avLst>
          </a:prstGeom>
          <a:solidFill>
            <a:srgbClr val="11111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860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avec Docker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production sur un serveur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continue (tests + build)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3017520" y="27432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306324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retiens et ce qui vient ensuite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apports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4206240"/>
          </a:xfrm>
          <a:prstGeom prst="roundRect">
            <a:avLst>
              <a:gd name="adj" fmla="val 130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 le projet seul, en parallèle d’un traitement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Cadrer le périmètre pour livrer un produit complet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 proprement les données (médicaments / prises)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évoluer la base sans casser l’existant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49240" cy="4206240"/>
          </a:xfrm>
          <a:prstGeom prst="roundRect">
            <a:avLst>
              <a:gd name="adj" fmla="val 130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j’ai appris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860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une application web en couches (MVC)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 une base relationnelle (Merise, UML)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un projet en méthode agile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des décisions techniques et les justifier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5448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l’application mobile (notifications push, hors ligne)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55448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155448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une API pour partager base et logique métier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97180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97180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les rappels (tâche planifiée)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297180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297180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97180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les tests automatisés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38912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38912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le RGPD (suppression de compte, effacement)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438912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38912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438912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Conteneuriser et déployer en production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5661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à la démonstration et à vos questions.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Santé — Application web de suivi du parcours de soin en oncologie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2026-08-26T16:21:59Z</dcterms:created>
  <dcterms:modified xsi:type="dcterms:W3CDTF">2026-08-26T16:21:59Z</dcterms:modified>
</cp:coreProperties>
</file>